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8288000" cy="10287000"/>
  <p:notesSz cx="6858000" cy="9144000"/>
  <p:embeddedFontLst>
    <p:embeddedFont>
      <p:font typeface="Canva Sans Bold" panose="020B0604020202020204" charset="0"/>
      <p:regular r:id="rId8"/>
    </p:embeddedFont>
    <p:embeddedFont>
      <p:font typeface="Poppins" panose="00000500000000000000" pitchFamily="2" charset="0"/>
      <p:regular r:id="rId9"/>
    </p:embeddedFont>
    <p:embeddedFont>
      <p:font typeface="TT Supermolot Neue Expanded" panose="020B0604020202020204" charset="-52"/>
      <p:regular r:id="rId10"/>
    </p:embeddedFont>
    <p:embeddedFont>
      <p:font typeface="TT Supermolot Neue Expanded Bold" panose="020B0604020202020204" charset="-52"/>
      <p:regular r:id="rId1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50" d="100"/>
          <a:sy n="50" d="100"/>
        </p:scale>
        <p:origin x="946" y="1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12/7/2025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.png"/><Relationship Id="rId7" Type="http://schemas.openxmlformats.org/officeDocument/2006/relationships/image" Target="../media/image9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8.png"/><Relationship Id="rId5" Type="http://schemas.openxmlformats.org/officeDocument/2006/relationships/image" Target="../media/image4.png"/><Relationship Id="rId10" Type="http://schemas.openxmlformats.org/officeDocument/2006/relationships/image" Target="../media/image12.png"/><Relationship Id="rId4" Type="http://schemas.openxmlformats.org/officeDocument/2006/relationships/image" Target="../media/image3.svg"/><Relationship Id="rId9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2.png"/><Relationship Id="rId7" Type="http://schemas.openxmlformats.org/officeDocument/2006/relationships/image" Target="../media/image13.png"/><Relationship Id="rId12" Type="http://schemas.openxmlformats.org/officeDocument/2006/relationships/image" Target="../media/image18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11" Type="http://schemas.openxmlformats.org/officeDocument/2006/relationships/image" Target="../media/image17.png"/><Relationship Id="rId5" Type="http://schemas.openxmlformats.org/officeDocument/2006/relationships/image" Target="../media/image4.png"/><Relationship Id="rId10" Type="http://schemas.openxmlformats.org/officeDocument/2006/relationships/image" Target="../media/image16.png"/><Relationship Id="rId4" Type="http://schemas.openxmlformats.org/officeDocument/2006/relationships/image" Target="../media/image3.svg"/><Relationship Id="rId9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340989" y="1536593"/>
            <a:ext cx="1751134" cy="1124105"/>
          </a:xfrm>
          <a:custGeom>
            <a:avLst/>
            <a:gdLst/>
            <a:ahLst/>
            <a:cxnLst/>
            <a:rect l="l" t="t" r="r" b="b"/>
            <a:pathLst>
              <a:path w="1751134" h="1124105">
                <a:moveTo>
                  <a:pt x="0" y="0"/>
                </a:moveTo>
                <a:lnTo>
                  <a:pt x="1751135" y="0"/>
                </a:lnTo>
                <a:lnTo>
                  <a:pt x="1751135" y="1124105"/>
                </a:lnTo>
                <a:lnTo>
                  <a:pt x="0" y="11241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6877854" y="7626302"/>
            <a:ext cx="1751134" cy="1124105"/>
          </a:xfrm>
          <a:custGeom>
            <a:avLst/>
            <a:gdLst/>
            <a:ahLst/>
            <a:cxnLst/>
            <a:rect l="l" t="t" r="r" b="b"/>
            <a:pathLst>
              <a:path w="1751134" h="1124105">
                <a:moveTo>
                  <a:pt x="0" y="0"/>
                </a:moveTo>
                <a:lnTo>
                  <a:pt x="1751135" y="0"/>
                </a:lnTo>
                <a:lnTo>
                  <a:pt x="1751135" y="1124105"/>
                </a:lnTo>
                <a:lnTo>
                  <a:pt x="0" y="11241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-1089639" y="8469381"/>
            <a:ext cx="3397020" cy="562052"/>
          </a:xfrm>
          <a:custGeom>
            <a:avLst/>
            <a:gdLst/>
            <a:ahLst/>
            <a:cxnLst/>
            <a:rect l="l" t="t" r="r" b="b"/>
            <a:pathLst>
              <a:path w="3397020" h="562052">
                <a:moveTo>
                  <a:pt x="0" y="0"/>
                </a:moveTo>
                <a:lnTo>
                  <a:pt x="3397020" y="0"/>
                </a:lnTo>
                <a:lnTo>
                  <a:pt x="3397020" y="562052"/>
                </a:lnTo>
                <a:lnTo>
                  <a:pt x="0" y="56205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5829682" y="2239158"/>
            <a:ext cx="3397020" cy="562052"/>
          </a:xfrm>
          <a:custGeom>
            <a:avLst/>
            <a:gdLst/>
            <a:ahLst/>
            <a:cxnLst/>
            <a:rect l="l" t="t" r="r" b="b"/>
            <a:pathLst>
              <a:path w="3397020" h="562052">
                <a:moveTo>
                  <a:pt x="0" y="0"/>
                </a:moveTo>
                <a:lnTo>
                  <a:pt x="3397020" y="0"/>
                </a:lnTo>
                <a:lnTo>
                  <a:pt x="3397020" y="562053"/>
                </a:lnTo>
                <a:lnTo>
                  <a:pt x="0" y="56205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666875" y="2801211"/>
            <a:ext cx="14313744" cy="5165829"/>
          </a:xfrm>
          <a:custGeom>
            <a:avLst/>
            <a:gdLst/>
            <a:ahLst/>
            <a:cxnLst/>
            <a:rect l="l" t="t" r="r" b="b"/>
            <a:pathLst>
              <a:path w="14313744" h="5165829">
                <a:moveTo>
                  <a:pt x="0" y="0"/>
                </a:moveTo>
                <a:lnTo>
                  <a:pt x="14313744" y="0"/>
                </a:lnTo>
                <a:lnTo>
                  <a:pt x="14313744" y="5165829"/>
                </a:lnTo>
                <a:lnTo>
                  <a:pt x="0" y="5165829"/>
                </a:lnTo>
                <a:lnTo>
                  <a:pt x="0" y="0"/>
                </a:lnTo>
                <a:close/>
              </a:path>
            </a:pathLst>
          </a:custGeom>
          <a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 l="-48168" b="-587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13583712" y="6791669"/>
            <a:ext cx="4489013" cy="3355424"/>
          </a:xfrm>
          <a:custGeom>
            <a:avLst/>
            <a:gdLst/>
            <a:ahLst/>
            <a:cxnLst/>
            <a:rect l="l" t="t" r="r" b="b"/>
            <a:pathLst>
              <a:path w="4489013" h="3355424">
                <a:moveTo>
                  <a:pt x="0" y="0"/>
                </a:moveTo>
                <a:lnTo>
                  <a:pt x="4489013" y="0"/>
                </a:lnTo>
                <a:lnTo>
                  <a:pt x="4489013" y="3355424"/>
                </a:lnTo>
                <a:lnTo>
                  <a:pt x="0" y="335542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TextBox 9"/>
          <p:cNvSpPr txBox="1"/>
          <p:nvPr/>
        </p:nvSpPr>
        <p:spPr>
          <a:xfrm>
            <a:off x="2307381" y="4196581"/>
            <a:ext cx="13673239" cy="19750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6089"/>
              </a:lnSpc>
              <a:spcBef>
                <a:spcPct val="0"/>
              </a:spcBef>
            </a:pPr>
            <a:r>
              <a:rPr lang="en-US" sz="11492" b="1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SPECTRACORE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1709978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 b="1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HOME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819705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ABOUT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15828219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MORE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b="-1844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340989" y="1536593"/>
            <a:ext cx="1751134" cy="1124105"/>
          </a:xfrm>
          <a:custGeom>
            <a:avLst/>
            <a:gdLst/>
            <a:ahLst/>
            <a:cxnLst/>
            <a:rect l="l" t="t" r="r" b="b"/>
            <a:pathLst>
              <a:path w="1751134" h="1124105">
                <a:moveTo>
                  <a:pt x="0" y="0"/>
                </a:moveTo>
                <a:lnTo>
                  <a:pt x="1751135" y="0"/>
                </a:lnTo>
                <a:lnTo>
                  <a:pt x="1751135" y="1124105"/>
                </a:lnTo>
                <a:lnTo>
                  <a:pt x="0" y="11241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6877854" y="7626302"/>
            <a:ext cx="1751134" cy="1124105"/>
          </a:xfrm>
          <a:custGeom>
            <a:avLst/>
            <a:gdLst/>
            <a:ahLst/>
            <a:cxnLst/>
            <a:rect l="l" t="t" r="r" b="b"/>
            <a:pathLst>
              <a:path w="1751134" h="1124105">
                <a:moveTo>
                  <a:pt x="0" y="0"/>
                </a:moveTo>
                <a:lnTo>
                  <a:pt x="1751135" y="0"/>
                </a:lnTo>
                <a:lnTo>
                  <a:pt x="1751135" y="1124105"/>
                </a:lnTo>
                <a:lnTo>
                  <a:pt x="0" y="11241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-1698510" y="8977274"/>
            <a:ext cx="3397020" cy="562052"/>
          </a:xfrm>
          <a:custGeom>
            <a:avLst/>
            <a:gdLst/>
            <a:ahLst/>
            <a:cxnLst/>
            <a:rect l="l" t="t" r="r" b="b"/>
            <a:pathLst>
              <a:path w="3397020" h="562052">
                <a:moveTo>
                  <a:pt x="0" y="0"/>
                </a:moveTo>
                <a:lnTo>
                  <a:pt x="3397020" y="0"/>
                </a:lnTo>
                <a:lnTo>
                  <a:pt x="3397020" y="562052"/>
                </a:lnTo>
                <a:lnTo>
                  <a:pt x="0" y="56205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6543759" y="1639594"/>
            <a:ext cx="3397020" cy="562052"/>
          </a:xfrm>
          <a:custGeom>
            <a:avLst/>
            <a:gdLst/>
            <a:ahLst/>
            <a:cxnLst/>
            <a:rect l="l" t="t" r="r" b="b"/>
            <a:pathLst>
              <a:path w="3397020" h="562052">
                <a:moveTo>
                  <a:pt x="0" y="0"/>
                </a:moveTo>
                <a:lnTo>
                  <a:pt x="3397020" y="0"/>
                </a:lnTo>
                <a:lnTo>
                  <a:pt x="3397020" y="562053"/>
                </a:lnTo>
                <a:lnTo>
                  <a:pt x="0" y="56205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1504681" y="3442018"/>
            <a:ext cx="2336711" cy="2336711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5566449" y="3442018"/>
            <a:ext cx="2336711" cy="2336711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206941" y="3487101"/>
            <a:ext cx="2336711" cy="2336711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4713496" y="3506151"/>
            <a:ext cx="2336711" cy="2336711"/>
            <a:chOff x="0" y="0"/>
            <a:chExt cx="812800" cy="8128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10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" name="Freeform 15"/>
          <p:cNvSpPr/>
          <p:nvPr/>
        </p:nvSpPr>
        <p:spPr>
          <a:xfrm>
            <a:off x="209550" y="0"/>
            <a:ext cx="4324517" cy="3232468"/>
          </a:xfrm>
          <a:custGeom>
            <a:avLst/>
            <a:gdLst/>
            <a:ahLst/>
            <a:cxnLst/>
            <a:rect l="l" t="t" r="r" b="b"/>
            <a:pathLst>
              <a:path w="4324517" h="3232468">
                <a:moveTo>
                  <a:pt x="0" y="0"/>
                </a:moveTo>
                <a:lnTo>
                  <a:pt x="4324517" y="0"/>
                </a:lnTo>
                <a:lnTo>
                  <a:pt x="4324517" y="3232468"/>
                </a:lnTo>
                <a:lnTo>
                  <a:pt x="0" y="323246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6" name="TextBox 16"/>
          <p:cNvSpPr txBox="1"/>
          <p:nvPr/>
        </p:nvSpPr>
        <p:spPr>
          <a:xfrm>
            <a:off x="5404235" y="1984345"/>
            <a:ext cx="6784418" cy="930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531"/>
              </a:lnSpc>
              <a:spcBef>
                <a:spcPct val="0"/>
              </a:spcBef>
            </a:pPr>
            <a:r>
              <a:rPr lang="en-US" sz="5379" b="1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ABOUT US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1709978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HOME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3819705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 b="1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ABOUT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5828219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MORE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10145" y="7149335"/>
            <a:ext cx="2522717" cy="807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8"/>
              </a:lnSpc>
              <a:spcBef>
                <a:spcPct val="0"/>
              </a:spcBef>
            </a:pPr>
            <a:r>
              <a:rPr lang="en-US" sz="2341" dirty="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ANTONIO IVANOV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198447" y="5853130"/>
            <a:ext cx="2949178" cy="5804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58"/>
              </a:lnSpc>
            </a:pPr>
            <a:r>
              <a:rPr lang="en-US" sz="3398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Scrum Trainer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409315" y="7228585"/>
            <a:ext cx="2522717" cy="3977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8"/>
              </a:lnSpc>
              <a:spcBef>
                <a:spcPct val="0"/>
              </a:spcBef>
            </a:pPr>
            <a:r>
              <a:rPr lang="en-US" sz="2341" dirty="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IVAN LAPCHEV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4607124" y="5873797"/>
            <a:ext cx="4255360" cy="576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2"/>
              </a:lnSpc>
            </a:pPr>
            <a:r>
              <a:rPr lang="en-US" sz="3423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Back-end developer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0176481" y="7095956"/>
            <a:ext cx="2522717" cy="807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8"/>
              </a:lnSpc>
              <a:spcBef>
                <a:spcPct val="0"/>
              </a:spcBef>
            </a:pPr>
            <a:r>
              <a:rPr lang="en-US" sz="2341" dirty="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GEORGI GEORGIEV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9246475" y="5918880"/>
            <a:ext cx="4382730" cy="576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2"/>
              </a:lnSpc>
            </a:pPr>
            <a:r>
              <a:rPr lang="en-US" sz="3423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Front-end developer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4659179" y="6878161"/>
            <a:ext cx="2522717" cy="807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8"/>
              </a:lnSpc>
              <a:spcBef>
                <a:spcPct val="0"/>
              </a:spcBef>
            </a:pPr>
            <a:r>
              <a:rPr lang="en-US" sz="2341" dirty="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STOYAN SAVAKOV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5002299" y="5937930"/>
            <a:ext cx="1884193" cy="5762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2"/>
              </a:lnSpc>
            </a:pPr>
            <a:r>
              <a:rPr lang="en-US" sz="3423" b="1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Designer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340989" y="1536593"/>
            <a:ext cx="1751134" cy="1124105"/>
          </a:xfrm>
          <a:custGeom>
            <a:avLst/>
            <a:gdLst/>
            <a:ahLst/>
            <a:cxnLst/>
            <a:rect l="l" t="t" r="r" b="b"/>
            <a:pathLst>
              <a:path w="1751134" h="1124105">
                <a:moveTo>
                  <a:pt x="0" y="0"/>
                </a:moveTo>
                <a:lnTo>
                  <a:pt x="1751135" y="0"/>
                </a:lnTo>
                <a:lnTo>
                  <a:pt x="1751135" y="1124105"/>
                </a:lnTo>
                <a:lnTo>
                  <a:pt x="0" y="11241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6877854" y="7626302"/>
            <a:ext cx="1751134" cy="1124105"/>
          </a:xfrm>
          <a:custGeom>
            <a:avLst/>
            <a:gdLst/>
            <a:ahLst/>
            <a:cxnLst/>
            <a:rect l="l" t="t" r="r" b="b"/>
            <a:pathLst>
              <a:path w="1751134" h="1124105">
                <a:moveTo>
                  <a:pt x="0" y="0"/>
                </a:moveTo>
                <a:lnTo>
                  <a:pt x="1751135" y="0"/>
                </a:lnTo>
                <a:lnTo>
                  <a:pt x="1751135" y="1124105"/>
                </a:lnTo>
                <a:lnTo>
                  <a:pt x="0" y="11241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-1698510" y="8977274"/>
            <a:ext cx="3397020" cy="562052"/>
          </a:xfrm>
          <a:custGeom>
            <a:avLst/>
            <a:gdLst/>
            <a:ahLst/>
            <a:cxnLst/>
            <a:rect l="l" t="t" r="r" b="b"/>
            <a:pathLst>
              <a:path w="3397020" h="562052">
                <a:moveTo>
                  <a:pt x="0" y="0"/>
                </a:moveTo>
                <a:lnTo>
                  <a:pt x="3397020" y="0"/>
                </a:lnTo>
                <a:lnTo>
                  <a:pt x="3397020" y="562052"/>
                </a:lnTo>
                <a:lnTo>
                  <a:pt x="0" y="56205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6543759" y="1639594"/>
            <a:ext cx="3397020" cy="562052"/>
          </a:xfrm>
          <a:custGeom>
            <a:avLst/>
            <a:gdLst/>
            <a:ahLst/>
            <a:cxnLst/>
            <a:rect l="l" t="t" r="r" b="b"/>
            <a:pathLst>
              <a:path w="3397020" h="562052">
                <a:moveTo>
                  <a:pt x="0" y="0"/>
                </a:moveTo>
                <a:lnTo>
                  <a:pt x="3397020" y="0"/>
                </a:lnTo>
                <a:lnTo>
                  <a:pt x="3397020" y="562053"/>
                </a:lnTo>
                <a:lnTo>
                  <a:pt x="0" y="56205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12425518" y="6148006"/>
            <a:ext cx="5459311" cy="4080697"/>
          </a:xfrm>
          <a:custGeom>
            <a:avLst/>
            <a:gdLst/>
            <a:ahLst/>
            <a:cxnLst/>
            <a:rect l="l" t="t" r="r" b="b"/>
            <a:pathLst>
              <a:path w="5459311" h="4080697">
                <a:moveTo>
                  <a:pt x="0" y="0"/>
                </a:moveTo>
                <a:lnTo>
                  <a:pt x="5459312" y="0"/>
                </a:lnTo>
                <a:lnTo>
                  <a:pt x="5459312" y="4080697"/>
                </a:lnTo>
                <a:lnTo>
                  <a:pt x="0" y="408069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TextBox 8"/>
          <p:cNvSpPr txBox="1"/>
          <p:nvPr/>
        </p:nvSpPr>
        <p:spPr>
          <a:xfrm>
            <a:off x="5991129" y="1984345"/>
            <a:ext cx="6267642" cy="9131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7420"/>
              </a:lnSpc>
              <a:spcBef>
                <a:spcPct val="0"/>
              </a:spcBef>
            </a:pPr>
            <a:r>
              <a:rPr lang="en-US" sz="5300" b="1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OUR MISSION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1709978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HOME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3819705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 b="1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ABOUT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5828219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MORE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2314161" y="4472821"/>
            <a:ext cx="13659678" cy="2215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88"/>
              </a:lnSpc>
            </a:pPr>
            <a:r>
              <a:rPr lang="en-US" sz="2491" dirty="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OUR MISSION IS TO CREATE AN ENTERTAINING AND RELAXING GAME FOR PEOPLE TO PLAY.</a:t>
            </a:r>
          </a:p>
          <a:p>
            <a:pPr algn="ctr">
              <a:lnSpc>
                <a:spcPts val="3488"/>
              </a:lnSpc>
              <a:spcBef>
                <a:spcPct val="0"/>
              </a:spcBef>
            </a:pPr>
            <a:r>
              <a:rPr lang="en-US" sz="2491" dirty="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OUR GAME IS AIMED AT PEOPLE THAT HAVE A RICH VOCABULARY AND WANT TO PRACTICE IT. OUR GAME OFFERS DIFFERENT LANGUAGES FOR PEOPLE FROM DIFFERENT COUNTRIES.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b="-1844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-340989" y="1536593"/>
            <a:ext cx="1751134" cy="1124105"/>
          </a:xfrm>
          <a:custGeom>
            <a:avLst/>
            <a:gdLst/>
            <a:ahLst/>
            <a:cxnLst/>
            <a:rect l="l" t="t" r="r" b="b"/>
            <a:pathLst>
              <a:path w="1751134" h="1124105">
                <a:moveTo>
                  <a:pt x="0" y="0"/>
                </a:moveTo>
                <a:lnTo>
                  <a:pt x="1751135" y="0"/>
                </a:lnTo>
                <a:lnTo>
                  <a:pt x="1751135" y="1124105"/>
                </a:lnTo>
                <a:lnTo>
                  <a:pt x="0" y="11241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6877854" y="7626302"/>
            <a:ext cx="1751134" cy="1124105"/>
          </a:xfrm>
          <a:custGeom>
            <a:avLst/>
            <a:gdLst/>
            <a:ahLst/>
            <a:cxnLst/>
            <a:rect l="l" t="t" r="r" b="b"/>
            <a:pathLst>
              <a:path w="1751134" h="1124105">
                <a:moveTo>
                  <a:pt x="0" y="0"/>
                </a:moveTo>
                <a:lnTo>
                  <a:pt x="1751135" y="0"/>
                </a:lnTo>
                <a:lnTo>
                  <a:pt x="1751135" y="1124105"/>
                </a:lnTo>
                <a:lnTo>
                  <a:pt x="0" y="11241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-1698510" y="8977274"/>
            <a:ext cx="3397020" cy="562052"/>
          </a:xfrm>
          <a:custGeom>
            <a:avLst/>
            <a:gdLst/>
            <a:ahLst/>
            <a:cxnLst/>
            <a:rect l="l" t="t" r="r" b="b"/>
            <a:pathLst>
              <a:path w="3397020" h="562052">
                <a:moveTo>
                  <a:pt x="0" y="0"/>
                </a:moveTo>
                <a:lnTo>
                  <a:pt x="3397020" y="0"/>
                </a:lnTo>
                <a:lnTo>
                  <a:pt x="3397020" y="562052"/>
                </a:lnTo>
                <a:lnTo>
                  <a:pt x="0" y="56205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6543759" y="1639594"/>
            <a:ext cx="3397020" cy="562052"/>
          </a:xfrm>
          <a:custGeom>
            <a:avLst/>
            <a:gdLst/>
            <a:ahLst/>
            <a:cxnLst/>
            <a:rect l="l" t="t" r="r" b="b"/>
            <a:pathLst>
              <a:path w="3397020" h="562052">
                <a:moveTo>
                  <a:pt x="0" y="0"/>
                </a:moveTo>
                <a:lnTo>
                  <a:pt x="3397020" y="0"/>
                </a:lnTo>
                <a:lnTo>
                  <a:pt x="3397020" y="562053"/>
                </a:lnTo>
                <a:lnTo>
                  <a:pt x="0" y="56205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TextBox 7"/>
          <p:cNvSpPr txBox="1"/>
          <p:nvPr/>
        </p:nvSpPr>
        <p:spPr>
          <a:xfrm>
            <a:off x="3810000" y="1726639"/>
            <a:ext cx="10705066" cy="840551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7000"/>
              </a:lnSpc>
              <a:spcBef>
                <a:spcPct val="0"/>
              </a:spcBef>
            </a:pPr>
            <a:r>
              <a:rPr lang="en-US" sz="5000" b="1" dirty="0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WORK PROGRESS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11709978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HOME</a:t>
            </a:r>
          </a:p>
        </p:txBody>
      </p:sp>
      <p:sp>
        <p:nvSpPr>
          <p:cNvPr id="9" name="TextBox 9"/>
          <p:cNvSpPr txBox="1"/>
          <p:nvPr/>
        </p:nvSpPr>
        <p:spPr>
          <a:xfrm>
            <a:off x="13819705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ABOUT</a:t>
            </a:r>
          </a:p>
        </p:txBody>
      </p:sp>
      <p:sp>
        <p:nvSpPr>
          <p:cNvPr id="10" name="TextBox 10"/>
          <p:cNvSpPr txBox="1"/>
          <p:nvPr/>
        </p:nvSpPr>
        <p:spPr>
          <a:xfrm>
            <a:off x="15828219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 b="1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MORE</a:t>
            </a:r>
          </a:p>
        </p:txBody>
      </p:sp>
      <p:graphicFrame>
        <p:nvGraphicFramePr>
          <p:cNvPr id="13" name="Table 5">
            <a:extLst>
              <a:ext uri="{FF2B5EF4-FFF2-40B4-BE49-F238E27FC236}">
                <a16:creationId xmlns:a16="http://schemas.microsoft.com/office/drawing/2014/main" id="{5EA6D2C8-77EA-1572-05A1-86A44CC5B37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6755574"/>
              </p:ext>
            </p:extLst>
          </p:nvPr>
        </p:nvGraphicFramePr>
        <p:xfrm>
          <a:off x="2514600" y="3114315"/>
          <a:ext cx="12954000" cy="5446045"/>
        </p:xfrm>
        <a:graphic>
          <a:graphicData uri="http://schemas.openxmlformats.org/drawingml/2006/table">
            <a:tbl>
              <a:tblPr/>
              <a:tblGrid>
                <a:gridCol w="4318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318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18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1810612">
                <a:tc>
                  <a:txBody>
                    <a:bodyPr/>
                    <a:lstStyle/>
                    <a:p>
                      <a:pPr algn="ctr">
                        <a:lnSpc>
                          <a:spcPts val="2508"/>
                        </a:lnSpc>
                        <a:defRPr/>
                      </a:pPr>
                      <a:r>
                        <a:rPr lang="en-US" sz="1791" dirty="0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16.11 - 22.11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08"/>
                        </a:lnSpc>
                        <a:defRPr/>
                      </a:pPr>
                      <a:r>
                        <a:rPr lang="en-US" sz="1791" dirty="0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23.11 – 29.11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08"/>
                        </a:lnSpc>
                        <a:defRPr/>
                      </a:pPr>
                      <a:r>
                        <a:rPr lang="en-US" sz="1791" dirty="0">
                          <a:solidFill>
                            <a:srgbClr val="FFFFFF"/>
                          </a:solidFill>
                          <a:latin typeface="Poppins"/>
                          <a:ea typeface="Poppins"/>
                          <a:cs typeface="Poppins"/>
                          <a:sym typeface="Poppins"/>
                        </a:rPr>
                        <a:t>30.11 - 07.12</a:t>
                      </a: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35433">
                <a:tc>
                  <a:txBody>
                    <a:bodyPr/>
                    <a:lstStyle/>
                    <a:p>
                      <a:pPr algn="ctr">
                        <a:lnSpc>
                          <a:spcPts val="2508"/>
                        </a:lnSpc>
                        <a:defRPr/>
                      </a:pP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08"/>
                        </a:lnSpc>
                        <a:defRPr/>
                      </a:pP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508"/>
                        </a:lnSpc>
                        <a:defRPr/>
                      </a:pPr>
                      <a:endParaRPr lang="en-US" sz="1100" dirty="0"/>
                    </a:p>
                  </a:txBody>
                  <a:tcPr marL="190500" marR="190500" marT="190500" marB="190500" anchor="ctr">
                    <a:lnL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14" name="Rectangle 13">
            <a:extLst>
              <a:ext uri="{FF2B5EF4-FFF2-40B4-BE49-F238E27FC236}">
                <a16:creationId xmlns:a16="http://schemas.microsoft.com/office/drawing/2014/main" id="{C31B8666-8C03-5A60-A763-2FD3FBEE8524}"/>
              </a:ext>
            </a:extLst>
          </p:cNvPr>
          <p:cNvSpPr/>
          <p:nvPr/>
        </p:nvSpPr>
        <p:spPr>
          <a:xfrm>
            <a:off x="2514600" y="7645197"/>
            <a:ext cx="4343400" cy="927303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1</a:t>
            </a:r>
            <a:endParaRPr lang="en-US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C90652E-C952-74FC-AAD6-AB1E6A8A6FF2}"/>
              </a:ext>
            </a:extLst>
          </p:cNvPr>
          <p:cNvSpPr/>
          <p:nvPr/>
        </p:nvSpPr>
        <p:spPr>
          <a:xfrm>
            <a:off x="6858000" y="6915644"/>
            <a:ext cx="4343400" cy="1656856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7</a:t>
            </a:r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7112F2A-EE20-5EF8-5B2F-946F4737BF61}"/>
              </a:ext>
            </a:extLst>
          </p:cNvPr>
          <p:cNvSpPr/>
          <p:nvPr/>
        </p:nvSpPr>
        <p:spPr>
          <a:xfrm>
            <a:off x="11201400" y="5885429"/>
            <a:ext cx="4343400" cy="2687071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3600" dirty="0"/>
              <a:t>12</a:t>
            </a:r>
            <a:endParaRPr lang="en-US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>
            <a:spLocks/>
          </p:cNvSpPr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9222" b="-9222"/>
            </a:stretch>
          </a:blipFill>
        </p:spPr>
        <p:txBody>
          <a:bodyPr/>
          <a:lstStyle/>
          <a:p>
            <a:endParaRPr lang="en-US" dirty="0"/>
          </a:p>
        </p:txBody>
      </p:sp>
      <p:sp>
        <p:nvSpPr>
          <p:cNvPr id="3" name="Freeform 3"/>
          <p:cNvSpPr/>
          <p:nvPr/>
        </p:nvSpPr>
        <p:spPr>
          <a:xfrm>
            <a:off x="-340989" y="1536593"/>
            <a:ext cx="1751134" cy="1124105"/>
          </a:xfrm>
          <a:custGeom>
            <a:avLst/>
            <a:gdLst/>
            <a:ahLst/>
            <a:cxnLst/>
            <a:rect l="l" t="t" r="r" b="b"/>
            <a:pathLst>
              <a:path w="1751134" h="1124105">
                <a:moveTo>
                  <a:pt x="0" y="0"/>
                </a:moveTo>
                <a:lnTo>
                  <a:pt x="1751135" y="0"/>
                </a:lnTo>
                <a:lnTo>
                  <a:pt x="1751135" y="1124105"/>
                </a:lnTo>
                <a:lnTo>
                  <a:pt x="0" y="11241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4" name="Freeform 4"/>
          <p:cNvSpPr/>
          <p:nvPr/>
        </p:nvSpPr>
        <p:spPr>
          <a:xfrm>
            <a:off x="16877854" y="7626302"/>
            <a:ext cx="1751134" cy="1124105"/>
          </a:xfrm>
          <a:custGeom>
            <a:avLst/>
            <a:gdLst/>
            <a:ahLst/>
            <a:cxnLst/>
            <a:rect l="l" t="t" r="r" b="b"/>
            <a:pathLst>
              <a:path w="1751134" h="1124105">
                <a:moveTo>
                  <a:pt x="0" y="0"/>
                </a:moveTo>
                <a:lnTo>
                  <a:pt x="1751135" y="0"/>
                </a:lnTo>
                <a:lnTo>
                  <a:pt x="1751135" y="1124105"/>
                </a:lnTo>
                <a:lnTo>
                  <a:pt x="0" y="11241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Freeform 5"/>
          <p:cNvSpPr/>
          <p:nvPr/>
        </p:nvSpPr>
        <p:spPr>
          <a:xfrm>
            <a:off x="-1698510" y="8977274"/>
            <a:ext cx="3397020" cy="562052"/>
          </a:xfrm>
          <a:custGeom>
            <a:avLst/>
            <a:gdLst/>
            <a:ahLst/>
            <a:cxnLst/>
            <a:rect l="l" t="t" r="r" b="b"/>
            <a:pathLst>
              <a:path w="3397020" h="562052">
                <a:moveTo>
                  <a:pt x="0" y="0"/>
                </a:moveTo>
                <a:lnTo>
                  <a:pt x="3397020" y="0"/>
                </a:lnTo>
                <a:lnTo>
                  <a:pt x="3397020" y="562052"/>
                </a:lnTo>
                <a:lnTo>
                  <a:pt x="0" y="56205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6" name="Freeform 6"/>
          <p:cNvSpPr/>
          <p:nvPr/>
        </p:nvSpPr>
        <p:spPr>
          <a:xfrm>
            <a:off x="16543759" y="1639594"/>
            <a:ext cx="3397020" cy="562052"/>
          </a:xfrm>
          <a:custGeom>
            <a:avLst/>
            <a:gdLst/>
            <a:ahLst/>
            <a:cxnLst/>
            <a:rect l="l" t="t" r="r" b="b"/>
            <a:pathLst>
              <a:path w="3397020" h="562052">
                <a:moveTo>
                  <a:pt x="0" y="0"/>
                </a:moveTo>
                <a:lnTo>
                  <a:pt x="3397020" y="0"/>
                </a:lnTo>
                <a:lnTo>
                  <a:pt x="3397020" y="562053"/>
                </a:lnTo>
                <a:lnTo>
                  <a:pt x="0" y="56205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7" name="Freeform 7"/>
          <p:cNvSpPr/>
          <p:nvPr/>
        </p:nvSpPr>
        <p:spPr>
          <a:xfrm>
            <a:off x="4570815" y="4347012"/>
            <a:ext cx="2523628" cy="2523628"/>
          </a:xfrm>
          <a:custGeom>
            <a:avLst/>
            <a:gdLst/>
            <a:ahLst/>
            <a:cxnLst/>
            <a:rect l="l" t="t" r="r" b="b"/>
            <a:pathLst>
              <a:path w="2523628" h="2523628">
                <a:moveTo>
                  <a:pt x="0" y="0"/>
                </a:moveTo>
                <a:lnTo>
                  <a:pt x="2523629" y="0"/>
                </a:lnTo>
                <a:lnTo>
                  <a:pt x="2523629" y="2523629"/>
                </a:lnTo>
                <a:lnTo>
                  <a:pt x="0" y="25236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7586147" y="4347012"/>
            <a:ext cx="2547246" cy="2523628"/>
          </a:xfrm>
          <a:custGeom>
            <a:avLst/>
            <a:gdLst/>
            <a:ahLst/>
            <a:cxnLst/>
            <a:rect l="l" t="t" r="r" b="b"/>
            <a:pathLst>
              <a:path w="2547246" h="2523628">
                <a:moveTo>
                  <a:pt x="0" y="0"/>
                </a:moveTo>
                <a:lnTo>
                  <a:pt x="2547246" y="0"/>
                </a:lnTo>
                <a:lnTo>
                  <a:pt x="2547246" y="2523629"/>
                </a:lnTo>
                <a:lnTo>
                  <a:pt x="0" y="252362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b="-935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10629370" y="4396365"/>
            <a:ext cx="2474276" cy="2474276"/>
          </a:xfrm>
          <a:custGeom>
            <a:avLst/>
            <a:gdLst/>
            <a:ahLst/>
            <a:cxnLst/>
            <a:rect l="l" t="t" r="r" b="b"/>
            <a:pathLst>
              <a:path w="2474276" h="2474276">
                <a:moveTo>
                  <a:pt x="0" y="0"/>
                </a:moveTo>
                <a:lnTo>
                  <a:pt x="2474276" y="0"/>
                </a:lnTo>
                <a:lnTo>
                  <a:pt x="2474276" y="2474276"/>
                </a:lnTo>
                <a:lnTo>
                  <a:pt x="0" y="247427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10"/>
          <p:cNvSpPr/>
          <p:nvPr/>
        </p:nvSpPr>
        <p:spPr>
          <a:xfrm>
            <a:off x="7586147" y="7045871"/>
            <a:ext cx="2421297" cy="2318148"/>
          </a:xfrm>
          <a:custGeom>
            <a:avLst/>
            <a:gdLst/>
            <a:ahLst/>
            <a:cxnLst/>
            <a:rect l="l" t="t" r="r" b="b"/>
            <a:pathLst>
              <a:path w="2421297" h="2318148">
                <a:moveTo>
                  <a:pt x="0" y="0"/>
                </a:moveTo>
                <a:lnTo>
                  <a:pt x="2421297" y="0"/>
                </a:lnTo>
                <a:lnTo>
                  <a:pt x="2421297" y="2318148"/>
                </a:lnTo>
                <a:lnTo>
                  <a:pt x="0" y="2318148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Freeform 11"/>
          <p:cNvSpPr/>
          <p:nvPr/>
        </p:nvSpPr>
        <p:spPr>
          <a:xfrm>
            <a:off x="4511668" y="6870641"/>
            <a:ext cx="2365787" cy="2668608"/>
          </a:xfrm>
          <a:custGeom>
            <a:avLst/>
            <a:gdLst/>
            <a:ahLst/>
            <a:cxnLst/>
            <a:rect l="l" t="t" r="r" b="b"/>
            <a:pathLst>
              <a:path w="2365787" h="2668608">
                <a:moveTo>
                  <a:pt x="0" y="0"/>
                </a:moveTo>
                <a:lnTo>
                  <a:pt x="2365788" y="0"/>
                </a:lnTo>
                <a:lnTo>
                  <a:pt x="2365788" y="2668608"/>
                </a:lnTo>
                <a:lnTo>
                  <a:pt x="0" y="266860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2" name="Freeform 12"/>
          <p:cNvSpPr/>
          <p:nvPr/>
        </p:nvSpPr>
        <p:spPr>
          <a:xfrm>
            <a:off x="10827475" y="6834496"/>
            <a:ext cx="2676178" cy="2676178"/>
          </a:xfrm>
          <a:custGeom>
            <a:avLst/>
            <a:gdLst/>
            <a:ahLst/>
            <a:cxnLst/>
            <a:rect l="l" t="t" r="r" b="b"/>
            <a:pathLst>
              <a:path w="2676178" h="2676178">
                <a:moveTo>
                  <a:pt x="0" y="0"/>
                </a:moveTo>
                <a:lnTo>
                  <a:pt x="2676178" y="0"/>
                </a:lnTo>
                <a:lnTo>
                  <a:pt x="2676178" y="2676178"/>
                </a:lnTo>
                <a:lnTo>
                  <a:pt x="0" y="2676178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3" name="TextBox 13"/>
          <p:cNvSpPr txBox="1"/>
          <p:nvPr/>
        </p:nvSpPr>
        <p:spPr>
          <a:xfrm>
            <a:off x="11719503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HOME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3819705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ABOUT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5828219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 b="1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MORE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884558" y="4935538"/>
            <a:ext cx="9525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0"/>
              </a:lnSpc>
              <a:spcBef>
                <a:spcPct val="0"/>
              </a:spcBef>
            </a:pPr>
            <a:endParaRPr/>
          </a:p>
        </p:txBody>
      </p:sp>
      <p:sp>
        <p:nvSpPr>
          <p:cNvPr id="17" name="TextBox 17"/>
          <p:cNvSpPr txBox="1"/>
          <p:nvPr/>
        </p:nvSpPr>
        <p:spPr>
          <a:xfrm>
            <a:off x="4585153" y="1456381"/>
            <a:ext cx="8783598" cy="13440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0967"/>
              </a:lnSpc>
            </a:pPr>
            <a:r>
              <a:rPr lang="en-US" sz="7834" b="1" dirty="0">
                <a:solidFill>
                  <a:srgbClr val="FFFFFF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Programs we used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flipH="1"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18288000" y="0"/>
                </a:moveTo>
                <a:lnTo>
                  <a:pt x="0" y="0"/>
                </a:lnTo>
                <a:lnTo>
                  <a:pt x="0" y="10287000"/>
                </a:lnTo>
                <a:lnTo>
                  <a:pt x="18288000" y="10287000"/>
                </a:lnTo>
                <a:lnTo>
                  <a:pt x="18288000" y="0"/>
                </a:lnTo>
                <a:close/>
              </a:path>
            </a:pathLst>
          </a:custGeom>
          <a:blipFill>
            <a:blip r:embed="rId2"/>
            <a:stretch>
              <a:fillRect b="-18444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TextBox 3"/>
          <p:cNvSpPr txBox="1"/>
          <p:nvPr/>
        </p:nvSpPr>
        <p:spPr>
          <a:xfrm>
            <a:off x="3415908" y="4013105"/>
            <a:ext cx="11338412" cy="188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5337"/>
              </a:lnSpc>
              <a:spcBef>
                <a:spcPct val="0"/>
              </a:spcBef>
            </a:pPr>
            <a:r>
              <a:rPr lang="en-US" sz="10955" b="1">
                <a:solidFill>
                  <a:srgbClr val="FFFFFF"/>
                </a:solidFill>
                <a:latin typeface="TT Supermolot Neue Expanded Bold"/>
                <a:ea typeface="TT Supermolot Neue Expanded Bold"/>
                <a:cs typeface="TT Supermolot Neue Expanded Bold"/>
                <a:sym typeface="TT Supermolot Neue Expanded Bold"/>
              </a:rPr>
              <a:t>THANK YOU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11709978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HOME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3819705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ABOUT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5828219" y="820738"/>
            <a:ext cx="1431081" cy="358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800"/>
              </a:lnSpc>
              <a:spcBef>
                <a:spcPct val="0"/>
              </a:spcBef>
            </a:pPr>
            <a:r>
              <a:rPr lang="en-US" sz="2000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MORE</a:t>
            </a:r>
          </a:p>
        </p:txBody>
      </p:sp>
      <p:sp>
        <p:nvSpPr>
          <p:cNvPr id="7" name="Freeform 7"/>
          <p:cNvSpPr/>
          <p:nvPr/>
        </p:nvSpPr>
        <p:spPr>
          <a:xfrm>
            <a:off x="-340989" y="1536593"/>
            <a:ext cx="1751134" cy="1124105"/>
          </a:xfrm>
          <a:custGeom>
            <a:avLst/>
            <a:gdLst/>
            <a:ahLst/>
            <a:cxnLst/>
            <a:rect l="l" t="t" r="r" b="b"/>
            <a:pathLst>
              <a:path w="1751134" h="1124105">
                <a:moveTo>
                  <a:pt x="0" y="0"/>
                </a:moveTo>
                <a:lnTo>
                  <a:pt x="1751135" y="0"/>
                </a:lnTo>
                <a:lnTo>
                  <a:pt x="1751135" y="1124105"/>
                </a:lnTo>
                <a:lnTo>
                  <a:pt x="0" y="11241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8" name="Freeform 8"/>
          <p:cNvSpPr/>
          <p:nvPr/>
        </p:nvSpPr>
        <p:spPr>
          <a:xfrm>
            <a:off x="16877854" y="7626302"/>
            <a:ext cx="1751134" cy="1124105"/>
          </a:xfrm>
          <a:custGeom>
            <a:avLst/>
            <a:gdLst/>
            <a:ahLst/>
            <a:cxnLst/>
            <a:rect l="l" t="t" r="r" b="b"/>
            <a:pathLst>
              <a:path w="1751134" h="1124105">
                <a:moveTo>
                  <a:pt x="0" y="0"/>
                </a:moveTo>
                <a:lnTo>
                  <a:pt x="1751135" y="0"/>
                </a:lnTo>
                <a:lnTo>
                  <a:pt x="1751135" y="1124105"/>
                </a:lnTo>
                <a:lnTo>
                  <a:pt x="0" y="112410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Freeform 9"/>
          <p:cNvSpPr/>
          <p:nvPr/>
        </p:nvSpPr>
        <p:spPr>
          <a:xfrm>
            <a:off x="-1698510" y="8977274"/>
            <a:ext cx="3397020" cy="562052"/>
          </a:xfrm>
          <a:custGeom>
            <a:avLst/>
            <a:gdLst/>
            <a:ahLst/>
            <a:cxnLst/>
            <a:rect l="l" t="t" r="r" b="b"/>
            <a:pathLst>
              <a:path w="3397020" h="562052">
                <a:moveTo>
                  <a:pt x="0" y="0"/>
                </a:moveTo>
                <a:lnTo>
                  <a:pt x="3397020" y="0"/>
                </a:lnTo>
                <a:lnTo>
                  <a:pt x="3397020" y="562052"/>
                </a:lnTo>
                <a:lnTo>
                  <a:pt x="0" y="562052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0" name="Freeform 10"/>
          <p:cNvSpPr/>
          <p:nvPr/>
        </p:nvSpPr>
        <p:spPr>
          <a:xfrm>
            <a:off x="16543759" y="1639594"/>
            <a:ext cx="3397020" cy="562052"/>
          </a:xfrm>
          <a:custGeom>
            <a:avLst/>
            <a:gdLst/>
            <a:ahLst/>
            <a:cxnLst/>
            <a:rect l="l" t="t" r="r" b="b"/>
            <a:pathLst>
              <a:path w="3397020" h="562052">
                <a:moveTo>
                  <a:pt x="0" y="0"/>
                </a:moveTo>
                <a:lnTo>
                  <a:pt x="3397020" y="0"/>
                </a:lnTo>
                <a:lnTo>
                  <a:pt x="3397020" y="562053"/>
                </a:lnTo>
                <a:lnTo>
                  <a:pt x="0" y="56205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1" name="TextBox 11"/>
          <p:cNvSpPr txBox="1"/>
          <p:nvPr/>
        </p:nvSpPr>
        <p:spPr>
          <a:xfrm>
            <a:off x="6112025" y="5940520"/>
            <a:ext cx="6063951" cy="12858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178"/>
              </a:lnSpc>
              <a:spcBef>
                <a:spcPct val="0"/>
              </a:spcBef>
            </a:pPr>
            <a:r>
              <a:rPr lang="en-US" sz="3698">
                <a:solidFill>
                  <a:srgbClr val="FFFFFF"/>
                </a:solidFill>
                <a:latin typeface="TT Supermolot Neue Expanded"/>
                <a:ea typeface="TT Supermolot Neue Expanded"/>
                <a:cs typeface="TT Supermolot Neue Expanded"/>
                <a:sym typeface="TT Supermolot Neue Expanded"/>
              </a:rPr>
              <a:t>LET COUNTINUE TO THE DEMO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105</Words>
  <Application>Microsoft Office PowerPoint</Application>
  <PresentationFormat>Custom</PresentationFormat>
  <Paragraphs>41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3" baseType="lpstr">
      <vt:lpstr>TT Supermolot Neue Expanded</vt:lpstr>
      <vt:lpstr>Calibri</vt:lpstr>
      <vt:lpstr>TT Supermolot Neue Expanded Bold</vt:lpstr>
      <vt:lpstr>Arial</vt:lpstr>
      <vt:lpstr>Canva Sans Bold</vt:lpstr>
      <vt:lpstr>Poppins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and White Gradient Bold Neon Modern Geometric Shape Programming Presentation</dc:title>
  <cp:lastModifiedBy>Антонио Ивов Иванов</cp:lastModifiedBy>
  <cp:revision>2</cp:revision>
  <dcterms:created xsi:type="dcterms:W3CDTF">2006-08-16T00:00:00Z</dcterms:created>
  <dcterms:modified xsi:type="dcterms:W3CDTF">2025-12-07T18:11:18Z</dcterms:modified>
  <dc:identifier>DAG62Z_LH5M</dc:identifier>
</cp:coreProperties>
</file>