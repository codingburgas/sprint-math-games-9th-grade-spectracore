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Poppins" panose="00000500000000000000" pitchFamily="2" charset="0"/>
      <p:regular r:id="rId9"/>
    </p:embeddedFont>
    <p:embeddedFont>
      <p:font typeface="TT Supermolot Neue Expanded" panose="020B0604020202020204" charset="-52"/>
      <p:regular r:id="rId10"/>
    </p:embeddedFont>
    <p:embeddedFont>
      <p:font typeface="TT Supermolot Neue Expanded Bold" panose="020B0604020202020204" charset="-52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089639" y="8469381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829682" y="2239158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66875" y="2801211"/>
            <a:ext cx="14313744" cy="5165829"/>
          </a:xfrm>
          <a:custGeom>
            <a:avLst/>
            <a:gdLst/>
            <a:ahLst/>
            <a:cxnLst/>
            <a:rect l="l" t="t" r="r" b="b"/>
            <a:pathLst>
              <a:path w="14313744" h="5165829">
                <a:moveTo>
                  <a:pt x="0" y="0"/>
                </a:moveTo>
                <a:lnTo>
                  <a:pt x="14313744" y="0"/>
                </a:lnTo>
                <a:lnTo>
                  <a:pt x="14313744" y="5165829"/>
                </a:lnTo>
                <a:lnTo>
                  <a:pt x="0" y="5165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168" b="-587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583712" y="6791669"/>
            <a:ext cx="4489013" cy="3355424"/>
          </a:xfrm>
          <a:custGeom>
            <a:avLst/>
            <a:gdLst/>
            <a:ahLst/>
            <a:cxnLst/>
            <a:rect l="l" t="t" r="r" b="b"/>
            <a:pathLst>
              <a:path w="4489013" h="3355424">
                <a:moveTo>
                  <a:pt x="0" y="0"/>
                </a:moveTo>
                <a:lnTo>
                  <a:pt x="4489013" y="0"/>
                </a:lnTo>
                <a:lnTo>
                  <a:pt x="4489013" y="3355424"/>
                </a:lnTo>
                <a:lnTo>
                  <a:pt x="0" y="33554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307381" y="4196581"/>
            <a:ext cx="13673239" cy="19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89"/>
              </a:lnSpc>
              <a:spcBef>
                <a:spcPct val="0"/>
              </a:spcBef>
            </a:pPr>
            <a:r>
              <a:rPr lang="en-US" sz="11492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SPECTRACORE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9978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504681" y="3442018"/>
            <a:ext cx="2336711" cy="233671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566449" y="3442018"/>
            <a:ext cx="2336711" cy="233671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06941" y="3487101"/>
            <a:ext cx="2336711" cy="233671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13496" y="3506151"/>
            <a:ext cx="2336711" cy="23367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209550" y="0"/>
            <a:ext cx="4324517" cy="3232468"/>
          </a:xfrm>
          <a:custGeom>
            <a:avLst/>
            <a:gdLst/>
            <a:ahLst/>
            <a:cxnLst/>
            <a:rect l="l" t="t" r="r" b="b"/>
            <a:pathLst>
              <a:path w="4324517" h="3232468">
                <a:moveTo>
                  <a:pt x="0" y="0"/>
                </a:moveTo>
                <a:lnTo>
                  <a:pt x="4324517" y="0"/>
                </a:lnTo>
                <a:lnTo>
                  <a:pt x="4324517" y="3232468"/>
                </a:lnTo>
                <a:lnTo>
                  <a:pt x="0" y="32324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404235" y="1984345"/>
            <a:ext cx="6784418" cy="93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1"/>
              </a:lnSpc>
              <a:spcBef>
                <a:spcPct val="0"/>
              </a:spcBef>
            </a:pPr>
            <a:r>
              <a:rPr lang="en-US" sz="5379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09978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ABOUT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0145" y="7149335"/>
            <a:ext cx="2522717" cy="80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ANTONIO IVANOV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8447" y="5853130"/>
            <a:ext cx="2949178" cy="58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</a:pPr>
            <a:r>
              <a:rPr lang="en-US" sz="339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Scrum Trainer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09315" y="7228585"/>
            <a:ext cx="2522717" cy="39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IVAN LAPCHEV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07124" y="5873797"/>
            <a:ext cx="4255360" cy="5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2"/>
              </a:lnSpc>
            </a:pPr>
            <a:r>
              <a:rPr lang="en-US" sz="342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Back-end developer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76481" y="7095956"/>
            <a:ext cx="2522717" cy="80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GEORGI GEORGIEV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46475" y="5918880"/>
            <a:ext cx="4382730" cy="5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2"/>
              </a:lnSpc>
            </a:pPr>
            <a:r>
              <a:rPr lang="en-US" sz="342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Front-end developer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659179" y="6878161"/>
            <a:ext cx="2522717" cy="80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8"/>
              </a:lnSpc>
              <a:spcBef>
                <a:spcPct val="0"/>
              </a:spcBef>
            </a:pPr>
            <a:r>
              <a:rPr lang="en-US" sz="234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STOYAN SAVAKOV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02299" y="5937930"/>
            <a:ext cx="1884193" cy="576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2"/>
              </a:lnSpc>
            </a:pPr>
            <a:r>
              <a:rPr lang="en-US" sz="3423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425518" y="6148006"/>
            <a:ext cx="5459311" cy="4080697"/>
          </a:xfrm>
          <a:custGeom>
            <a:avLst/>
            <a:gdLst/>
            <a:ahLst/>
            <a:cxnLst/>
            <a:rect l="l" t="t" r="r" b="b"/>
            <a:pathLst>
              <a:path w="5459311" h="4080697">
                <a:moveTo>
                  <a:pt x="0" y="0"/>
                </a:moveTo>
                <a:lnTo>
                  <a:pt x="5459312" y="0"/>
                </a:lnTo>
                <a:lnTo>
                  <a:pt x="5459312" y="4080697"/>
                </a:lnTo>
                <a:lnTo>
                  <a:pt x="0" y="4080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991129" y="1984345"/>
            <a:ext cx="6267642" cy="91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20"/>
              </a:lnSpc>
              <a:spcBef>
                <a:spcPct val="0"/>
              </a:spcBef>
            </a:pPr>
            <a:r>
              <a:rPr lang="en-US" sz="53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OUR MISSION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09978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ABOUT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14161" y="4472821"/>
            <a:ext cx="13659678" cy="221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8"/>
              </a:lnSpc>
            </a:pPr>
            <a:r>
              <a:rPr lang="en-US" sz="249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OUR MISSION IS TO CREATE AN ENTERTAINING AND RELAXING GAME FOR PEOPLE TO PLAY.</a:t>
            </a:r>
          </a:p>
          <a:p>
            <a:pPr algn="ctr">
              <a:lnSpc>
                <a:spcPts val="3488"/>
              </a:lnSpc>
              <a:spcBef>
                <a:spcPct val="0"/>
              </a:spcBef>
            </a:pPr>
            <a:r>
              <a:rPr lang="en-US" sz="2491" dirty="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OUR GAME IS AIMED AT PEOPLE THAT HAVE A RICH VOCABULARY AND WANT TO PRACTICE IT. OUR GAME OFFERS DIFFERENT LANGUAGES FOR PEOPLE FROM DIFFERENT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810000" y="1726639"/>
            <a:ext cx="10705066" cy="84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WORK PROGRESS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09978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MORE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5EA6D2C8-77EA-1572-05A1-86A44CC5B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755574"/>
              </p:ext>
            </p:extLst>
          </p:nvPr>
        </p:nvGraphicFramePr>
        <p:xfrm>
          <a:off x="2514600" y="3114315"/>
          <a:ext cx="12954000" cy="5446045"/>
        </p:xfrm>
        <a:graphic>
          <a:graphicData uri="http://schemas.openxmlformats.org/drawingml/2006/table">
            <a:tbl>
              <a:tblPr/>
              <a:tblGrid>
                <a:gridCol w="431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10612"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r>
                        <a:rPr lang="en-US" sz="179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16.11 - 22.11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r>
                        <a:rPr lang="en-US" sz="179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23.11 – 29.11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r>
                        <a:rPr lang="en-US" sz="179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30.11 - 07.12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5433"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08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31B8666-8C03-5A60-A763-2FD3FBEE8524}"/>
              </a:ext>
            </a:extLst>
          </p:cNvPr>
          <p:cNvSpPr/>
          <p:nvPr/>
        </p:nvSpPr>
        <p:spPr>
          <a:xfrm>
            <a:off x="2514600" y="7645197"/>
            <a:ext cx="4343400" cy="92730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90652E-C952-74FC-AAD6-AB1E6A8A6FF2}"/>
              </a:ext>
            </a:extLst>
          </p:cNvPr>
          <p:cNvSpPr/>
          <p:nvPr/>
        </p:nvSpPr>
        <p:spPr>
          <a:xfrm>
            <a:off x="6858000" y="6915644"/>
            <a:ext cx="4343400" cy="165685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7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112F2A-EE20-5EF8-5B2F-946F4737BF61}"/>
              </a:ext>
            </a:extLst>
          </p:cNvPr>
          <p:cNvSpPr/>
          <p:nvPr/>
        </p:nvSpPr>
        <p:spPr>
          <a:xfrm>
            <a:off x="11201400" y="5885429"/>
            <a:ext cx="4343400" cy="268707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4570815" y="4347012"/>
            <a:ext cx="2523628" cy="2523628"/>
          </a:xfrm>
          <a:custGeom>
            <a:avLst/>
            <a:gdLst/>
            <a:ahLst/>
            <a:cxnLst/>
            <a:rect l="l" t="t" r="r" b="b"/>
            <a:pathLst>
              <a:path w="2523628" h="2523628">
                <a:moveTo>
                  <a:pt x="0" y="0"/>
                </a:moveTo>
                <a:lnTo>
                  <a:pt x="2523629" y="0"/>
                </a:lnTo>
                <a:lnTo>
                  <a:pt x="2523629" y="2523629"/>
                </a:lnTo>
                <a:lnTo>
                  <a:pt x="0" y="2523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586147" y="4347012"/>
            <a:ext cx="2547246" cy="2523628"/>
          </a:xfrm>
          <a:custGeom>
            <a:avLst/>
            <a:gdLst/>
            <a:ahLst/>
            <a:cxnLst/>
            <a:rect l="l" t="t" r="r" b="b"/>
            <a:pathLst>
              <a:path w="2547246" h="2523628">
                <a:moveTo>
                  <a:pt x="0" y="0"/>
                </a:moveTo>
                <a:lnTo>
                  <a:pt x="2547246" y="0"/>
                </a:lnTo>
                <a:lnTo>
                  <a:pt x="2547246" y="2523629"/>
                </a:lnTo>
                <a:lnTo>
                  <a:pt x="0" y="25236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93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629370" y="4396365"/>
            <a:ext cx="2474276" cy="2474276"/>
          </a:xfrm>
          <a:custGeom>
            <a:avLst/>
            <a:gdLst/>
            <a:ahLst/>
            <a:cxnLst/>
            <a:rect l="l" t="t" r="r" b="b"/>
            <a:pathLst>
              <a:path w="2474276" h="2474276">
                <a:moveTo>
                  <a:pt x="0" y="0"/>
                </a:moveTo>
                <a:lnTo>
                  <a:pt x="2474276" y="0"/>
                </a:lnTo>
                <a:lnTo>
                  <a:pt x="2474276" y="2474276"/>
                </a:lnTo>
                <a:lnTo>
                  <a:pt x="0" y="24742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586147" y="7045871"/>
            <a:ext cx="2421297" cy="2318148"/>
          </a:xfrm>
          <a:custGeom>
            <a:avLst/>
            <a:gdLst/>
            <a:ahLst/>
            <a:cxnLst/>
            <a:rect l="l" t="t" r="r" b="b"/>
            <a:pathLst>
              <a:path w="2421297" h="2318148">
                <a:moveTo>
                  <a:pt x="0" y="0"/>
                </a:moveTo>
                <a:lnTo>
                  <a:pt x="2421297" y="0"/>
                </a:lnTo>
                <a:lnTo>
                  <a:pt x="2421297" y="2318148"/>
                </a:lnTo>
                <a:lnTo>
                  <a:pt x="0" y="2318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511668" y="6870641"/>
            <a:ext cx="2365787" cy="2668608"/>
          </a:xfrm>
          <a:custGeom>
            <a:avLst/>
            <a:gdLst/>
            <a:ahLst/>
            <a:cxnLst/>
            <a:rect l="l" t="t" r="r" b="b"/>
            <a:pathLst>
              <a:path w="2365787" h="2668608">
                <a:moveTo>
                  <a:pt x="0" y="0"/>
                </a:moveTo>
                <a:lnTo>
                  <a:pt x="2365788" y="0"/>
                </a:lnTo>
                <a:lnTo>
                  <a:pt x="2365788" y="2668608"/>
                </a:lnTo>
                <a:lnTo>
                  <a:pt x="0" y="26686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27475" y="6834496"/>
            <a:ext cx="2676178" cy="2676178"/>
          </a:xfrm>
          <a:custGeom>
            <a:avLst/>
            <a:gdLst/>
            <a:ahLst/>
            <a:cxnLst/>
            <a:rect l="l" t="t" r="r" b="b"/>
            <a:pathLst>
              <a:path w="2676178" h="2676178">
                <a:moveTo>
                  <a:pt x="0" y="0"/>
                </a:moveTo>
                <a:lnTo>
                  <a:pt x="2676178" y="0"/>
                </a:lnTo>
                <a:lnTo>
                  <a:pt x="2676178" y="2676178"/>
                </a:lnTo>
                <a:lnTo>
                  <a:pt x="0" y="26761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719503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MORE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84558" y="4935538"/>
            <a:ext cx="9525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585153" y="1456381"/>
            <a:ext cx="8783598" cy="134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67"/>
              </a:lnSpc>
            </a:pPr>
            <a:r>
              <a:rPr lang="en-US" sz="783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Programs we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415908" y="4013105"/>
            <a:ext cx="11338412" cy="188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337"/>
              </a:lnSpc>
              <a:spcBef>
                <a:spcPct val="0"/>
              </a:spcBef>
            </a:pPr>
            <a:r>
              <a:rPr lang="en-US" sz="10955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709978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HOME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819705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ABOUT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28219" y="820738"/>
            <a:ext cx="1431081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</a:t>
            </a:r>
          </a:p>
        </p:txBody>
      </p:sp>
      <p:sp>
        <p:nvSpPr>
          <p:cNvPr id="7" name="Freeform 7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6112025" y="5940520"/>
            <a:ext cx="6063951" cy="128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8"/>
              </a:lnSpc>
              <a:spcBef>
                <a:spcPct val="0"/>
              </a:spcBef>
            </a:pPr>
            <a:r>
              <a:rPr lang="en-US" sz="3698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LET COUNTINUE TO THE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105</Words>
  <Application>Microsoft Office PowerPoint</Application>
  <PresentationFormat>Custom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TT Supermolot Neue Expanded</vt:lpstr>
      <vt:lpstr>Calibri</vt:lpstr>
      <vt:lpstr>TT Supermolot Neue Expanded Bold</vt:lpstr>
      <vt:lpstr>Arial</vt:lpstr>
      <vt:lpstr>Canva Sans 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Bold Neon Modern Geometric Shape Programming Presentation</dc:title>
  <cp:lastModifiedBy>Антонио Ивов Иванов</cp:lastModifiedBy>
  <cp:revision>2</cp:revision>
  <dcterms:created xsi:type="dcterms:W3CDTF">2006-08-16T00:00:00Z</dcterms:created>
  <dcterms:modified xsi:type="dcterms:W3CDTF">2025-12-07T18:28:57Z</dcterms:modified>
  <dc:identifier>DAG62Z_LH5M</dc:identifier>
</cp:coreProperties>
</file>